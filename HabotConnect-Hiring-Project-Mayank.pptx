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HabotConnect Hiring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D7EFE9"/>
                </a:solidFill>
                <a:latin typeface="Calibri"/>
              </a:rPr>
              <a:t>Polished Deployment &amp; Automation Blueprint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Junior Cloud &amp; DevOps Engineer (GCP / Django / React)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Candidate: Mayank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Date: August 2026  |  Restore staging integrity with IaC, Fail-Closed gates, and schema enforcement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Why This Project Exists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09728" cy="4389120"/>
          </a:xfrm>
          <a:prstGeom prst="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The Staging 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A junior developer bypassed security guidelines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Unencrypted API credentials left in raw application code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Database schema mismatch broke downstream analytics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Human memory alone is not enough to prevent recurrence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109728" cy="43891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Our Response Philosophy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Build Poka-Yoke (mistake-proofing) systems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Automate Golden Rules instead of hoping people remember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Fail-Closed: bad commits stop immediately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Produce objective evidence: Terraform, CI gates, serializers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Assessment Areas Covered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1005840" cy="8229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441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252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B2A3F"/>
                </a:solidFill>
                <a:latin typeface="Calibri"/>
              </a:rPr>
              <a:t>Infrastructure as Code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B6772"/>
                </a:solidFill>
                <a:latin typeface="Calibri"/>
              </a:rPr>
              <a:t>Provision GCP Storage and BigQuery securely with Terraform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11064240" cy="82296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005840" cy="8229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128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B2A3F"/>
                </a:solidFill>
                <a:latin typeface="Calibri"/>
              </a:rPr>
              <a:t>Fail-Closed CI Gates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B6772"/>
                </a:solidFill>
                <a:latin typeface="Calibri"/>
              </a:rPr>
              <a:t>Linter, formatter, and secret scans that halt bad builds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63240"/>
            <a:ext cx="11064240" cy="82296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1005840" cy="8229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644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729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B2A3F"/>
                </a:solidFill>
                <a:latin typeface="Calibri"/>
              </a:rPr>
              <a:t>Schema &amp; DCYN Validation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B6772"/>
                </a:solidFill>
                <a:latin typeface="Calibri"/>
              </a:rPr>
              <a:t>Binary Yes/No logic plus exact Django field limits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1005840" cy="8229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3308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B2A3F"/>
                </a:solidFill>
                <a:latin typeface="Calibri"/>
              </a:rPr>
              <a:t>Identity &amp; Access Control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B6772"/>
                </a:solidFill>
                <a:latin typeface="Calibri"/>
              </a:rPr>
              <a:t>Least Privilege IAM and Row-Level 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005840" cy="8229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846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9320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B2A3F"/>
                </a:solidFill>
                <a:latin typeface="Calibri"/>
              </a:rPr>
              <a:t>Technical Rigor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B6772"/>
                </a:solidFill>
                <a:latin typeface="Calibri"/>
              </a:rPr>
              <a:t>Full documentation, no placeholders, clear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Architecture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560320" cy="237744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React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Parent submits
student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603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7A6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2560320" cy="237744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Django + DCYN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Exact field rules
Yes/No hard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5603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7A6B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2560320" cy="237744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2560320" cy="6400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D0 GCS Landing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Raw objects in
locked bucket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5603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7A6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645920"/>
            <a:ext cx="2560320" cy="237744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D1 BigQuery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5603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Enforced schema
+ Row-Level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CI/CD Fail-Closed Gate sits in front of deploy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B6772"/>
                </a:solidFill>
                <a:latin typeface="Calibri"/>
              </a:rPr>
              <a:t>Pull Request → Format/Lint → Secret Scan → Schema Validation → Only then Staging Deploy is allowed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Task 1 — D0 Raw Landing Bucket (GCS)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Uniform bucket-level access enforced (no legacy object ACLs)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Public access prevention enforced — bucket cannot be made public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Versioning enabled + soft-delete retention for recovery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Lifecycle rules move older objects to Nearline, then delete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Ingest writer gets storage.objectCreator only — not objectAdmin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Optional Customer-Managed Encryption Key support via variable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Task 1 — D1 Staged/Enforced BigQuery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Dataset and table for student_onboarding_events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Schema enforced to match Django serializer and schema-mapping.csv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Partitioned by ingested_at (day) for cost-efficient queries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Clustered by learning_support_region and requires_learning_support_assistant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Deletion protection enabled to prevent accidental table drops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Prevents silent schema drift into analytics sinks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Task 1 — Identity &amp; Row-Level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09728" cy="43891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Least Privilege Identities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Separate ingest-writer service account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Separate analytics-reader service account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Writer: create objects / edit D1 rows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Reader: query under RLS + jobUser only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Never assign Owner / Editor / Storage Admin in the data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109728" cy="4389120"/>
          </a:xfrm>
          <a:prstGeom prst="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Row-Level Security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Region filter: learning_support_region = authorized region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Consent filter: consent_to_analytics_export = TRUE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Readers cannot see other regions' rows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Readers cannot see non-consented analytics rows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Uses Google provider 6.x row access policy resource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Task 2 — Poka-Yoke Build Gate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2148840" cy="2103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2148840" cy="5943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Ruff format --check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463040"/>
            <a:ext cx="2148840" cy="2103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463040"/>
            <a:ext cx="2148840" cy="5943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33172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Ruff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463040"/>
            <a:ext cx="2148840" cy="2103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463040"/>
            <a:ext cx="2148840" cy="5943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Terraform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33172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fmt + validate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39" y="1463040"/>
            <a:ext cx="2148840" cy="2103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39" y="1463040"/>
            <a:ext cx="2148840" cy="5943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233172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Custom scan + Gitleaks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463040"/>
            <a:ext cx="2148840" cy="2103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60" y="1463040"/>
            <a:ext cx="2148840" cy="59436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33172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Serializer pass/fail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46B2E"/>
                </a:solidFill>
                <a:latin typeface="Calibri"/>
              </a:rPr>
              <a:t>Fail-Closed rule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1A1F24"/>
                </a:solidFill>
                <a:latin typeface="Calibri"/>
              </a:rPr>
              <a:t>Any finding → fail job → halt pipeline → quarantine when secrets are detected. There is no warn-and-continue path for security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Fail-Closed Demonstration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09728" cy="4389120"/>
          </a:xfrm>
          <a:prstGeom prst="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Insecure Temporary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Script: demonstrate-fail-closed.sh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Creates temp file with API_KEY = "..."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Custom secret scanner finds the pattern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Exit code = non-zero (FAIL)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Build would be halted and quarantined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109728" cy="43891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Secure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examples/secure-sample.py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Loads HABOT_API_KEY from environment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No hardcoded credentials in source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Scanner finds zero issues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Exit code = 0 (PASS)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Quarantine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On secret detection, quarantine-build.sh writes artifacts/quarantine/quarantine-&lt;commit&gt;.txt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Marker records commit SHA, gate name, Coordinated Universal Time timestamp, and action: Do not deploy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GitHub Actions uploads quarantine artifacts on failure for investigation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Deploy job uses needs: [all gates] and if: success() — never runs after a failed gate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Result: insecure commits cannot reach staging through hope or override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Task 3 — Decide Yes or No (DCYN)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09728" cy="4389120"/>
          </a:xfrm>
          <a:prstGeom prst="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Hard Gates (Must Be Yes)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Student age eligible (5 to 18 years)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Consent to data processing = true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Weekly support hours between 1 and 40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Learning support region recognized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Schema version supported (1.0.0)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If any hard gate is No → reject payload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43891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109728" cy="43891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A3F"/>
                </a:solidFill>
                <a:latin typeface="Calibri"/>
              </a:rPr>
              <a:t>Informational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Has diagnosed learning difficulty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Requires Learning Support Assistant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Analytics export consent (also used by BigQuery RLS)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Binary only — no maybe / soft pass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• Eliminates human judgment at the API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Task 3 — Django REST Framework Serializer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Exact validation limits: name length 2–120, email max 254, hours 1–40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Choice fields for learning_support_region and payload_schema_version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Boolean fields must be strict true/false — not "maybe" or strings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validate() runs Decide Yes or No matrix and rejects failed hard gates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CI proves: sample_payload.json passes; sample_payload_invalid.json fails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Schema Mapping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Single source of truth: docs/schema-mapping.csv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Maps JSON fields → Django serializer → BigQuery columns → DCYN gates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Import into Google Sheets / Excel and enable Wrap Text for full visibility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Use Full Forms Only — no slang, abbreviations, or placeholders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24"/>
                </a:solidFill>
                <a:latin typeface="Calibri"/>
              </a:rPr>
              <a:t>●  Keeps Pub/Sub streaming sinks aligned with transactional schema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HabotConnect  |  Junior Cloud &amp; DevOps Engineer Hiring Project  |  Candidate: Mayank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3F"/>
                </a:solidFill>
                <a:latin typeface="Calibri"/>
              </a:rPr>
              <a:t>Evidence &amp; Repository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658368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5272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A3F"/>
                </a:solidFill>
                <a:latin typeface="Calibri"/>
              </a:rPr>
              <a:t>task1-terraform/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B6772"/>
                </a:solidFill>
                <a:latin typeface="Calibri"/>
              </a:rPr>
              <a:t>GCS D0, BigQuery D1, IAM, Row-Level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1064240" cy="658368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996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A3F"/>
                </a:solidFill>
                <a:latin typeface="Calibri"/>
              </a:rPr>
              <a:t>task2-cicd/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B6772"/>
                </a:solidFill>
                <a:latin typeface="Calibri"/>
              </a:rPr>
              <a:t>Scripts for secret scan, quarantine, Fail-Closed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64240" cy="658368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A3F"/>
                </a:solidFill>
                <a:latin typeface="Calibri"/>
              </a:rPr>
              <a:t>.github/workflows/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B6772"/>
                </a:solidFill>
                <a:latin typeface="Calibri"/>
              </a:rPr>
              <a:t>poka-yoke-build-gate.yml — live CI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11064240" cy="658368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8444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A3F"/>
                </a:solidFill>
                <a:latin typeface="Calibri"/>
              </a:rPr>
              <a:t>task3-dcyn/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B6772"/>
                </a:solidFill>
                <a:latin typeface="Calibri"/>
              </a:rPr>
              <a:t>DCYN library, Django model, serializer, sample payloads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11064240" cy="658368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6168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A3F"/>
                </a:solidFill>
                <a:latin typeface="Calibri"/>
              </a:rPr>
              <a:t>docs/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B6772"/>
                </a:solidFill>
                <a:latin typeface="Calibri"/>
              </a:rPr>
              <a:t>Architecture, schema mapping, presentation materials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11064240" cy="658368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3892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A3F"/>
                </a:solidFill>
                <a:latin typeface="Calibri"/>
              </a:rPr>
              <a:t>examples/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B6772"/>
                </a:solidFill>
                <a:latin typeface="Calibri"/>
              </a:rPr>
              <a:t>Secure vs intentional insecure credential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Thank You — Ready for Panel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D7EFE9"/>
                </a:solidFill>
                <a:latin typeface="Calibri"/>
              </a:rPr>
              <a:t>Prepared to discuss: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Least Privilege Identity and Access Management design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Fail-Closed Poka-Yoke continuous integration behavior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Schema enforcement from Django to BigQuery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Candidate: Mayank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Repository: https://github.com/maynk1013/habotconnect   |   Add your email and phone before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